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sap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sap-bold.fntdata"/><Relationship Id="rId10" Type="http://schemas.openxmlformats.org/officeDocument/2006/relationships/slide" Target="slides/slide5.xml"/><Relationship Id="rId21" Type="http://schemas.openxmlformats.org/officeDocument/2006/relationships/font" Target="fonts/Asap-regular.fntdata"/><Relationship Id="rId13" Type="http://schemas.openxmlformats.org/officeDocument/2006/relationships/slide" Target="slides/slide8.xml"/><Relationship Id="rId24" Type="http://schemas.openxmlformats.org/officeDocument/2006/relationships/font" Target="fonts/Asap-boldItalic.fntdata"/><Relationship Id="rId12" Type="http://schemas.openxmlformats.org/officeDocument/2006/relationships/slide" Target="slides/slide7.xml"/><Relationship Id="rId23" Type="http://schemas.openxmlformats.org/officeDocument/2006/relationships/font" Target="fonts/Asap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fb5bcad13_0_2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9fb5bcad13_0_2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" name="Google Shape;57;g39fb5bcad13_0_2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49493a07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049493a07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g3a049493a07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49493a07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a049493a07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g3a049493a07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049493a07_0_1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049493a07_0_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g3a049493a07_0_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49493a07_0_4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049493a07_0_4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g3a049493a07_0_4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49493a07_0_5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049493a07_0_5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g3a049493a07_0_5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49493a07_0_6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a049493a07_0_6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g3a049493a07_0_6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49493a07_0_7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049493a07_0_7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g3a049493a07_0_7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49493a07_0_7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049493a07_0_7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g3a049493a07_0_7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049493a07_0_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a049493a07_0_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g3a049493a07_0_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049493a07_0_9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049493a07_0_9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g3a049493a07_0_9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049493a07_0_10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a049493a07_0_1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g3a049493a07_0_1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49493a07_0_1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049493a07_0_1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g3a049493a07_0_1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049493a07_0_1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049493a07_0_1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" name="Google Shape;189;g3a049493a07_0_1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049493a07_0_13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a049493a07_0_13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g3a049493a07_0_13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 liniare, iar modelul este un polinom de grad 10. Cum clasifici?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au formă convexă (în formă de U), iar modelul este liniar. Cum clasifici?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clasifici modelul?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6" y="443750"/>
            <a:ext cx="4221300" cy="3094200"/>
          </a:xfrm>
          <a:prstGeom prst="roundRect">
            <a:avLst>
              <a:gd fmla="val 1273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clasifici modelul?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8149" y="585799"/>
            <a:ext cx="4408500" cy="319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Train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R²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= 0.98, Test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R²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= 0.96. Cum clasifici?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Train R² = 0.56, Test R² = 0.55. Cum clasifici?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Overfitting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Good fit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MSE(A)=2.3, MSE(B)=5.1 → Care model e mai bun?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A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B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RMSE(A)=5.2, RMSE(B)=4.9 → Care e mai bun?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A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B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R²(A)=0.70, R²(B)=0.63 → Care e mai bun?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A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B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cu 10 feature-uri, multe corelate între ele. Ce regulizare e potrivită pentru a reduce influența uniformă a tuturor coeficienților?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Lasso (L1)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Ridge (L2)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307975" y="2505074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cu feature-uri inutile, vrei selecție automată a celor mai importante. Ce alegi?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Lasso (L1)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Ridge (L2)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1" name="Google Shape;1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07975" y="2739557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Aplici regularizare L2 (Ridge). Ce efect are asupra bias/variance?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Crește biasul, scade variance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Scade biasul, crește variance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Ambele cresc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Niciun efect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07975" y="2739557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simplu (linear) pe un dataset foarte complex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varianță mare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bias mare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bias mic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varianță moderată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307975" y="2739557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Ai 10 modele diferite, toate prezic valori complet diferite între ele, dar în medie apropiate de adevăr.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mare / varianță mică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mic / varianță mare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mic / varianță mică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Bias mare / varianță mare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Guess - 14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307975" y="2955120"/>
            <a:ext cx="87519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A are: Train R² = 0.82, Test R² = 0.81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B are: Train R² = 0.96, Test R² = 0.84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Care model generalizează mai bine și de ce?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A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B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Ambele la fel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AutoNum type="arabicPeriod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Niciunul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